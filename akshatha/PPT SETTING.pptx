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-10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50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25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57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169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05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13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43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65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69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14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619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00441-F520-4A74-BBFD-2B455221C0F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A10C5-7258-4D17-9F37-CF96C37C92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6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88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798064" y="6236208"/>
            <a:ext cx="3337560" cy="9784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90356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54096" y="996696"/>
            <a:ext cx="2414016" cy="4754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054096" y="3078480"/>
            <a:ext cx="2414016" cy="4754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054096" y="996696"/>
            <a:ext cx="2414016" cy="4754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982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56933" y="2967335"/>
            <a:ext cx="46781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Restart </a:t>
            </a:r>
            <a:r>
              <a:rPr lang="en-US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PowerBI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742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37820" y="1296797"/>
            <a:ext cx="9255949" cy="75713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online users</a:t>
            </a:r>
          </a:p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-- go to tenant settings</a:t>
            </a:r>
          </a:p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Only one time settings</a:t>
            </a:r>
          </a:p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-- in app.powerbi.com</a:t>
            </a:r>
          </a:p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 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gearicon</a:t>
            </a:r>
            <a:endParaRPr lang="en-US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-- admin portal</a:t>
            </a:r>
          </a:p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-tenant setting </a:t>
            </a:r>
          </a:p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-map and filled map visions</a:t>
            </a:r>
          </a:p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-allow </a:t>
            </a:r>
            <a:r>
              <a:rPr lang="en-US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bing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max location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270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36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6</cp:revision>
  <dcterms:created xsi:type="dcterms:W3CDTF">2026-01-19T15:35:48Z</dcterms:created>
  <dcterms:modified xsi:type="dcterms:W3CDTF">2026-01-19T16:51:53Z</dcterms:modified>
</cp:coreProperties>
</file>